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23"/>
  </p:notesMasterIdLst>
  <p:sldIdLst>
    <p:sldId id="271" r:id="rId2"/>
    <p:sldId id="261" r:id="rId3"/>
    <p:sldId id="262" r:id="rId4"/>
    <p:sldId id="263" r:id="rId5"/>
    <p:sldId id="260" r:id="rId6"/>
    <p:sldId id="272" r:id="rId7"/>
    <p:sldId id="273" r:id="rId8"/>
    <p:sldId id="264" r:id="rId9"/>
    <p:sldId id="279" r:id="rId10"/>
    <p:sldId id="280" r:id="rId11"/>
    <p:sldId id="281" r:id="rId12"/>
    <p:sldId id="282" r:id="rId13"/>
    <p:sldId id="283" r:id="rId14"/>
    <p:sldId id="266" r:id="rId15"/>
    <p:sldId id="275" r:id="rId16"/>
    <p:sldId id="267" r:id="rId17"/>
    <p:sldId id="274" r:id="rId18"/>
    <p:sldId id="276" r:id="rId19"/>
    <p:sldId id="277" r:id="rId20"/>
    <p:sldId id="269" r:id="rId21"/>
    <p:sldId id="270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2C4158-C869-4B42-8E63-29778129C5B7}" v="40" dt="2025-12-04T04:48:27.8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7" autoAdjust="0"/>
    <p:restoredTop sz="94660"/>
  </p:normalViewPr>
  <p:slideViewPr>
    <p:cSldViewPr snapToGrid="0">
      <p:cViewPr>
        <p:scale>
          <a:sx n="81" d="100"/>
          <a:sy n="81" d="100"/>
        </p:scale>
        <p:origin x="5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salakshi polepalli" userId="f47bad053f7fa56d" providerId="LiveId" clId="{F6CFB770-B6F1-4458-837D-19D45FC7D533}"/>
    <pc:docChg chg="undo custSel addSld delSld modSld">
      <pc:chgData name="visalakshi polepalli" userId="f47bad053f7fa56d" providerId="LiveId" clId="{F6CFB770-B6F1-4458-837D-19D45FC7D533}" dt="2025-12-04T21:04:00.287" v="712" actId="1036"/>
      <pc:docMkLst>
        <pc:docMk/>
      </pc:docMkLst>
      <pc:sldChg chg="addSp delSp modSp mod">
        <pc:chgData name="visalakshi polepalli" userId="f47bad053f7fa56d" providerId="LiveId" clId="{F6CFB770-B6F1-4458-837D-19D45FC7D533}" dt="2025-12-04T04:07:36.959" v="164" actId="20577"/>
        <pc:sldMkLst>
          <pc:docMk/>
          <pc:sldMk cId="2731727455" sldId="260"/>
        </pc:sldMkLst>
        <pc:spChg chg="mod">
          <ac:chgData name="visalakshi polepalli" userId="f47bad053f7fa56d" providerId="LiveId" clId="{F6CFB770-B6F1-4458-837D-19D45FC7D533}" dt="2025-12-04T04:07:36.959" v="164" actId="20577"/>
          <ac:spMkLst>
            <pc:docMk/>
            <pc:sldMk cId="2731727455" sldId="260"/>
            <ac:spMk id="3" creationId="{D2ADF23F-F5BA-6D30-4D5F-EFD7F8E0F711}"/>
          </ac:spMkLst>
        </pc:spChg>
        <pc:spChg chg="del">
          <ac:chgData name="visalakshi polepalli" userId="f47bad053f7fa56d" providerId="LiveId" clId="{F6CFB770-B6F1-4458-837D-19D45FC7D533}" dt="2025-12-03T00:52:11.383" v="0"/>
          <ac:spMkLst>
            <pc:docMk/>
            <pc:sldMk cId="2731727455" sldId="260"/>
            <ac:spMk id="4" creationId="{5DACE6F8-9806-B034-214E-92DA0F806614}"/>
          </ac:spMkLst>
        </pc:spChg>
        <pc:spChg chg="add mod">
          <ac:chgData name="visalakshi polepalli" userId="f47bad053f7fa56d" providerId="LiveId" clId="{F6CFB770-B6F1-4458-837D-19D45FC7D533}" dt="2025-12-04T04:06:03.934" v="71" actId="5793"/>
          <ac:spMkLst>
            <pc:docMk/>
            <pc:sldMk cId="2731727455" sldId="260"/>
            <ac:spMk id="6" creationId="{A2F01AC1-176F-649A-391F-486C86AF12A4}"/>
          </ac:spMkLst>
        </pc:spChg>
        <pc:picChg chg="add del mod">
          <ac:chgData name="visalakshi polepalli" userId="f47bad053f7fa56d" providerId="LiveId" clId="{F6CFB770-B6F1-4458-837D-19D45FC7D533}" dt="2025-12-04T04:05:40.461" v="64" actId="478"/>
          <ac:picMkLst>
            <pc:docMk/>
            <pc:sldMk cId="2731727455" sldId="260"/>
            <ac:picMk id="5" creationId="{05D7342B-150E-5C25-97D1-3F8020FD120E}"/>
          </ac:picMkLst>
        </pc:picChg>
        <pc:picChg chg="add mod">
          <ac:chgData name="visalakshi polepalli" userId="f47bad053f7fa56d" providerId="LiveId" clId="{F6CFB770-B6F1-4458-837D-19D45FC7D533}" dt="2025-12-04T04:06:10.663" v="73" actId="1076"/>
          <ac:picMkLst>
            <pc:docMk/>
            <pc:sldMk cId="2731727455" sldId="260"/>
            <ac:picMk id="7" creationId="{1D2B54BF-5E75-72EF-C81A-6635B0E88D9C}"/>
          </ac:picMkLst>
        </pc:picChg>
      </pc:sldChg>
      <pc:sldChg chg="addSp delSp modSp mod">
        <pc:chgData name="visalakshi polepalli" userId="f47bad053f7fa56d" providerId="LiveId" clId="{F6CFB770-B6F1-4458-837D-19D45FC7D533}" dt="2025-12-03T00:56:13.523" v="4" actId="1076"/>
        <pc:sldMkLst>
          <pc:docMk/>
          <pc:sldMk cId="2815687190" sldId="264"/>
        </pc:sldMkLst>
        <pc:spChg chg="del">
          <ac:chgData name="visalakshi polepalli" userId="f47bad053f7fa56d" providerId="LiveId" clId="{F6CFB770-B6F1-4458-837D-19D45FC7D533}" dt="2025-12-03T00:53:05.581" v="1"/>
          <ac:spMkLst>
            <pc:docMk/>
            <pc:sldMk cId="2815687190" sldId="264"/>
            <ac:spMk id="4" creationId="{91EF28FA-4715-CDDB-2E69-7BD2E078F07F}"/>
          </ac:spMkLst>
        </pc:spChg>
        <pc:picChg chg="add mod">
          <ac:chgData name="visalakshi polepalli" userId="f47bad053f7fa56d" providerId="LiveId" clId="{F6CFB770-B6F1-4458-837D-19D45FC7D533}" dt="2025-12-03T00:56:13.523" v="4" actId="1076"/>
          <ac:picMkLst>
            <pc:docMk/>
            <pc:sldMk cId="2815687190" sldId="264"/>
            <ac:picMk id="5" creationId="{37BDF919-CF01-0F6A-FCCA-B504E51BE898}"/>
          </ac:picMkLst>
        </pc:picChg>
      </pc:sldChg>
      <pc:sldChg chg="addSp delSp modSp del mod">
        <pc:chgData name="visalakshi polepalli" userId="f47bad053f7fa56d" providerId="LiveId" clId="{F6CFB770-B6F1-4458-837D-19D45FC7D533}" dt="2025-12-04T04:35:28.894" v="600" actId="47"/>
        <pc:sldMkLst>
          <pc:docMk/>
          <pc:sldMk cId="1358982179" sldId="265"/>
        </pc:sldMkLst>
        <pc:spChg chg="mod">
          <ac:chgData name="visalakshi polepalli" userId="f47bad053f7fa56d" providerId="LiveId" clId="{F6CFB770-B6F1-4458-837D-19D45FC7D533}" dt="2025-12-04T04:34:50.915" v="591" actId="1076"/>
          <ac:spMkLst>
            <pc:docMk/>
            <pc:sldMk cId="1358982179" sldId="265"/>
            <ac:spMk id="2" creationId="{5579F552-D7A6-75D7-DCF0-347A7C469216}"/>
          </ac:spMkLst>
        </pc:spChg>
        <pc:spChg chg="mod">
          <ac:chgData name="visalakshi polepalli" userId="f47bad053f7fa56d" providerId="LiveId" clId="{F6CFB770-B6F1-4458-837D-19D45FC7D533}" dt="2025-12-04T04:31:19.630" v="564" actId="255"/>
          <ac:spMkLst>
            <pc:docMk/>
            <pc:sldMk cId="1358982179" sldId="265"/>
            <ac:spMk id="3" creationId="{089C6460-1EAE-5D85-78B7-BF362197E9C8}"/>
          </ac:spMkLst>
        </pc:spChg>
        <pc:spChg chg="del">
          <ac:chgData name="visalakshi polepalli" userId="f47bad053f7fa56d" providerId="LiveId" clId="{F6CFB770-B6F1-4458-837D-19D45FC7D533}" dt="2025-12-03T00:53:44.089" v="2"/>
          <ac:spMkLst>
            <pc:docMk/>
            <pc:sldMk cId="1358982179" sldId="265"/>
            <ac:spMk id="4" creationId="{A930EFDD-992A-A7B4-83F7-696A31B98DE0}"/>
          </ac:spMkLst>
        </pc:spChg>
        <pc:spChg chg="add del mod">
          <ac:chgData name="visalakshi polepalli" userId="f47bad053f7fa56d" providerId="LiveId" clId="{F6CFB770-B6F1-4458-837D-19D45FC7D533}" dt="2025-12-04T04:31:02.921" v="561" actId="478"/>
          <ac:spMkLst>
            <pc:docMk/>
            <pc:sldMk cId="1358982179" sldId="265"/>
            <ac:spMk id="6" creationId="{6A33ACE1-4548-9957-D813-50AF3AE74988}"/>
          </ac:spMkLst>
        </pc:spChg>
        <pc:picChg chg="add del mod">
          <ac:chgData name="visalakshi polepalli" userId="f47bad053f7fa56d" providerId="LiveId" clId="{F6CFB770-B6F1-4458-837D-19D45FC7D533}" dt="2025-12-04T04:30:48.261" v="559" actId="478"/>
          <ac:picMkLst>
            <pc:docMk/>
            <pc:sldMk cId="1358982179" sldId="265"/>
            <ac:picMk id="5" creationId="{1306325A-7EC2-1EF3-DF59-7A0116A91BDC}"/>
          </ac:picMkLst>
        </pc:picChg>
      </pc:sldChg>
      <pc:sldChg chg="addSp modSp mod">
        <pc:chgData name="visalakshi polepalli" userId="f47bad053f7fa56d" providerId="LiveId" clId="{F6CFB770-B6F1-4458-837D-19D45FC7D533}" dt="2025-12-04T04:21:54.630" v="189"/>
        <pc:sldMkLst>
          <pc:docMk/>
          <pc:sldMk cId="1769597014" sldId="266"/>
        </pc:sldMkLst>
        <pc:spChg chg="mod">
          <ac:chgData name="visalakshi polepalli" userId="f47bad053f7fa56d" providerId="LiveId" clId="{F6CFB770-B6F1-4458-837D-19D45FC7D533}" dt="2025-12-04T04:21:53.662" v="188" actId="20577"/>
          <ac:spMkLst>
            <pc:docMk/>
            <pc:sldMk cId="1769597014" sldId="266"/>
            <ac:spMk id="3" creationId="{60666CFF-2A21-7DD9-C4D0-B49CD473190A}"/>
          </ac:spMkLst>
        </pc:spChg>
        <pc:spChg chg="add">
          <ac:chgData name="visalakshi polepalli" userId="f47bad053f7fa56d" providerId="LiveId" clId="{F6CFB770-B6F1-4458-837D-19D45FC7D533}" dt="2025-12-04T04:21:54.630" v="189"/>
          <ac:spMkLst>
            <pc:docMk/>
            <pc:sldMk cId="1769597014" sldId="266"/>
            <ac:spMk id="4" creationId="{65E0DCAC-F009-304D-B4E3-47AA17887C40}"/>
          </ac:spMkLst>
        </pc:spChg>
      </pc:sldChg>
      <pc:sldChg chg="del">
        <pc:chgData name="visalakshi polepalli" userId="f47bad053f7fa56d" providerId="LiveId" clId="{F6CFB770-B6F1-4458-837D-19D45FC7D533}" dt="2025-12-04T04:29:11.723" v="546" actId="47"/>
        <pc:sldMkLst>
          <pc:docMk/>
          <pc:sldMk cId="3846181844" sldId="268"/>
        </pc:sldMkLst>
      </pc:sldChg>
      <pc:sldChg chg="modSp mod">
        <pc:chgData name="visalakshi polepalli" userId="f47bad053f7fa56d" providerId="LiveId" clId="{F6CFB770-B6F1-4458-837D-19D45FC7D533}" dt="2025-12-04T04:02:30.403" v="8" actId="27636"/>
        <pc:sldMkLst>
          <pc:docMk/>
          <pc:sldMk cId="3674142354" sldId="271"/>
        </pc:sldMkLst>
        <pc:spChg chg="mod">
          <ac:chgData name="visalakshi polepalli" userId="f47bad053f7fa56d" providerId="LiveId" clId="{F6CFB770-B6F1-4458-837D-19D45FC7D533}" dt="2025-12-04T04:02:30.403" v="8" actId="27636"/>
          <ac:spMkLst>
            <pc:docMk/>
            <pc:sldMk cId="3674142354" sldId="271"/>
            <ac:spMk id="4" creationId="{55466AA5-DB63-FF63-485E-F9730DD47C7E}"/>
          </ac:spMkLst>
        </pc:spChg>
      </pc:sldChg>
      <pc:sldChg chg="addSp modSp new mod setBg">
        <pc:chgData name="visalakshi polepalli" userId="f47bad053f7fa56d" providerId="LiveId" clId="{F6CFB770-B6F1-4458-837D-19D45FC7D533}" dt="2025-12-04T04:07:57.826" v="166" actId="26606"/>
        <pc:sldMkLst>
          <pc:docMk/>
          <pc:sldMk cId="1720296942" sldId="272"/>
        </pc:sldMkLst>
        <pc:spChg chg="add">
          <ac:chgData name="visalakshi polepalli" userId="f47bad053f7fa56d" providerId="LiveId" clId="{F6CFB770-B6F1-4458-837D-19D45FC7D533}" dt="2025-12-04T04:07:57.826" v="166" actId="26606"/>
          <ac:spMkLst>
            <pc:docMk/>
            <pc:sldMk cId="1720296942" sldId="272"/>
            <ac:spMk id="7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07:57.826" v="166" actId="26606"/>
          <ac:spMkLst>
            <pc:docMk/>
            <pc:sldMk cId="1720296942" sldId="272"/>
            <ac:spMk id="9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07:57.826" v="166" actId="26606"/>
          <ac:grpSpMkLst>
            <pc:docMk/>
            <pc:sldMk cId="1720296942" sldId="272"/>
            <ac:grpSpMk id="11" creationId="{3A5523E6-6E10-4D34-BF96-88ADA228C2EA}"/>
          </ac:grpSpMkLst>
        </pc:grpChg>
        <pc:picChg chg="add mod">
          <ac:chgData name="visalakshi polepalli" userId="f47bad053f7fa56d" providerId="LiveId" clId="{F6CFB770-B6F1-4458-837D-19D45FC7D533}" dt="2025-12-04T04:07:57.826" v="166" actId="26606"/>
          <ac:picMkLst>
            <pc:docMk/>
            <pc:sldMk cId="1720296942" sldId="272"/>
            <ac:picMk id="2" creationId="{53E675A0-860F-D8B8-8907-E6376016ED22}"/>
          </ac:picMkLst>
        </pc:picChg>
      </pc:sldChg>
      <pc:sldChg chg="addSp delSp modSp new mod setBg">
        <pc:chgData name="visalakshi polepalli" userId="f47bad053f7fa56d" providerId="LiveId" clId="{F6CFB770-B6F1-4458-837D-19D45FC7D533}" dt="2025-12-04T04:48:39.916" v="701" actId="14100"/>
        <pc:sldMkLst>
          <pc:docMk/>
          <pc:sldMk cId="4115749774" sldId="273"/>
        </pc:sldMkLst>
        <pc:spChg chg="add">
          <ac:chgData name="visalakshi polepalli" userId="f47bad053f7fa56d" providerId="LiveId" clId="{F6CFB770-B6F1-4458-837D-19D45FC7D533}" dt="2025-12-04T04:08:30.865" v="169" actId="26606"/>
          <ac:spMkLst>
            <pc:docMk/>
            <pc:sldMk cId="4115749774" sldId="273"/>
            <ac:spMk id="7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08:30.865" v="169" actId="26606"/>
          <ac:spMkLst>
            <pc:docMk/>
            <pc:sldMk cId="4115749774" sldId="273"/>
            <ac:spMk id="9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08:30.865" v="169" actId="26606"/>
          <ac:grpSpMkLst>
            <pc:docMk/>
            <pc:sldMk cId="4115749774" sldId="273"/>
            <ac:grpSpMk id="11" creationId="{3A5523E6-6E10-4D34-BF96-88ADA228C2EA}"/>
          </ac:grpSpMkLst>
        </pc:grpChg>
        <pc:picChg chg="add del mod">
          <ac:chgData name="visalakshi polepalli" userId="f47bad053f7fa56d" providerId="LiveId" clId="{F6CFB770-B6F1-4458-837D-19D45FC7D533}" dt="2025-12-04T04:48:24.431" v="697" actId="478"/>
          <ac:picMkLst>
            <pc:docMk/>
            <pc:sldMk cId="4115749774" sldId="273"/>
            <ac:picMk id="2" creationId="{4D320B23-AE06-F4C7-393F-D978C4F82677}"/>
          </ac:picMkLst>
        </pc:picChg>
        <pc:picChg chg="add mod">
          <ac:chgData name="visalakshi polepalli" userId="f47bad053f7fa56d" providerId="LiveId" clId="{F6CFB770-B6F1-4458-837D-19D45FC7D533}" dt="2025-12-04T04:48:39.916" v="701" actId="14100"/>
          <ac:picMkLst>
            <pc:docMk/>
            <pc:sldMk cId="4115749774" sldId="273"/>
            <ac:picMk id="3" creationId="{14F2F7AE-C6EB-0A6A-9E8B-48BD94B29289}"/>
          </ac:picMkLst>
        </pc:picChg>
      </pc:sldChg>
      <pc:sldChg chg="addSp modSp new mod setBg">
        <pc:chgData name="visalakshi polepalli" userId="f47bad053f7fa56d" providerId="LiveId" clId="{F6CFB770-B6F1-4458-837D-19D45FC7D533}" dt="2025-12-04T04:21:21.007" v="187" actId="26606"/>
        <pc:sldMkLst>
          <pc:docMk/>
          <pc:sldMk cId="325807832" sldId="274"/>
        </pc:sldMkLst>
        <pc:spChg chg="add">
          <ac:chgData name="visalakshi polepalli" userId="f47bad053f7fa56d" providerId="LiveId" clId="{F6CFB770-B6F1-4458-837D-19D45FC7D533}" dt="2025-12-04T04:21:21.007" v="187" actId="26606"/>
          <ac:spMkLst>
            <pc:docMk/>
            <pc:sldMk cId="325807832" sldId="274"/>
            <ac:spMk id="1031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21:21.007" v="187" actId="26606"/>
          <ac:spMkLst>
            <pc:docMk/>
            <pc:sldMk cId="325807832" sldId="274"/>
            <ac:spMk id="1033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21:21.007" v="187" actId="26606"/>
          <ac:grpSpMkLst>
            <pc:docMk/>
            <pc:sldMk cId="325807832" sldId="274"/>
            <ac:grpSpMk id="1035" creationId="{3A5523E6-6E10-4D34-BF96-88ADA228C2EA}"/>
          </ac:grpSpMkLst>
        </pc:grpChg>
        <pc:picChg chg="add mod">
          <ac:chgData name="visalakshi polepalli" userId="f47bad053f7fa56d" providerId="LiveId" clId="{F6CFB770-B6F1-4458-837D-19D45FC7D533}" dt="2025-12-04T04:21:21.007" v="187" actId="26606"/>
          <ac:picMkLst>
            <pc:docMk/>
            <pc:sldMk cId="325807832" sldId="274"/>
            <ac:picMk id="1026" creationId="{1DC2B1BF-D506-AE77-65DC-A5223E6DF212}"/>
          </ac:picMkLst>
        </pc:picChg>
      </pc:sldChg>
      <pc:sldChg chg="addSp delSp modSp new mod">
        <pc:chgData name="visalakshi polepalli" userId="f47bad053f7fa56d" providerId="LiveId" clId="{F6CFB770-B6F1-4458-837D-19D45FC7D533}" dt="2025-12-04T04:29:56.980" v="547" actId="255"/>
        <pc:sldMkLst>
          <pc:docMk/>
          <pc:sldMk cId="2542052882" sldId="275"/>
        </pc:sldMkLst>
        <pc:spChg chg="mod">
          <ac:chgData name="visalakshi polepalli" userId="f47bad053f7fa56d" providerId="LiveId" clId="{F6CFB770-B6F1-4458-837D-19D45FC7D533}" dt="2025-12-04T04:22:07.191" v="198" actId="20577"/>
          <ac:spMkLst>
            <pc:docMk/>
            <pc:sldMk cId="2542052882" sldId="275"/>
            <ac:spMk id="2" creationId="{2FD7DF9C-3BC8-94BD-CD69-7B2501184337}"/>
          </ac:spMkLst>
        </pc:spChg>
        <pc:spChg chg="add del mod">
          <ac:chgData name="visalakshi polepalli" userId="f47bad053f7fa56d" providerId="LiveId" clId="{F6CFB770-B6F1-4458-837D-19D45FC7D533}" dt="2025-12-04T04:29:56.980" v="547" actId="255"/>
          <ac:spMkLst>
            <pc:docMk/>
            <pc:sldMk cId="2542052882" sldId="275"/>
            <ac:spMk id="3" creationId="{9CFB8348-8097-8E2B-550B-55715B2294F6}"/>
          </ac:spMkLst>
        </pc:spChg>
        <pc:spChg chg="add mod">
          <ac:chgData name="visalakshi polepalli" userId="f47bad053f7fa56d" providerId="LiveId" clId="{F6CFB770-B6F1-4458-837D-19D45FC7D533}" dt="2025-12-04T04:22:13.746" v="200"/>
          <ac:spMkLst>
            <pc:docMk/>
            <pc:sldMk cId="2542052882" sldId="275"/>
            <ac:spMk id="4" creationId="{8C78AC3F-7472-76C5-8498-0DFBDE541591}"/>
          </ac:spMkLst>
        </pc:spChg>
        <pc:spChg chg="add mod">
          <ac:chgData name="visalakshi polepalli" userId="f47bad053f7fa56d" providerId="LiveId" clId="{F6CFB770-B6F1-4458-837D-19D45FC7D533}" dt="2025-12-04T04:22:25.404" v="202"/>
          <ac:spMkLst>
            <pc:docMk/>
            <pc:sldMk cId="2542052882" sldId="275"/>
            <ac:spMk id="5" creationId="{775C5FE6-7EE8-232C-6740-9C93396E520D}"/>
          </ac:spMkLst>
        </pc:spChg>
      </pc:sldChg>
      <pc:sldChg chg="modSp new mod">
        <pc:chgData name="visalakshi polepalli" userId="f47bad053f7fa56d" providerId="LiveId" clId="{F6CFB770-B6F1-4458-837D-19D45FC7D533}" dt="2025-12-04T04:25:17.924" v="372" actId="20577"/>
        <pc:sldMkLst>
          <pc:docMk/>
          <pc:sldMk cId="1117398210" sldId="276"/>
        </pc:sldMkLst>
        <pc:spChg chg="mod">
          <ac:chgData name="visalakshi polepalli" userId="f47bad053f7fa56d" providerId="LiveId" clId="{F6CFB770-B6F1-4458-837D-19D45FC7D533}" dt="2025-12-04T04:24:41.633" v="349"/>
          <ac:spMkLst>
            <pc:docMk/>
            <pc:sldMk cId="1117398210" sldId="276"/>
            <ac:spMk id="2" creationId="{9B517910-D249-1BB7-B83B-89A345F10076}"/>
          </ac:spMkLst>
        </pc:spChg>
        <pc:spChg chg="mod">
          <ac:chgData name="visalakshi polepalli" userId="f47bad053f7fa56d" providerId="LiveId" clId="{F6CFB770-B6F1-4458-837D-19D45FC7D533}" dt="2025-12-04T04:25:17.924" v="372" actId="20577"/>
          <ac:spMkLst>
            <pc:docMk/>
            <pc:sldMk cId="1117398210" sldId="276"/>
            <ac:spMk id="3" creationId="{C410F550-F2A4-D817-230B-3AD28C8DB6EE}"/>
          </ac:spMkLst>
        </pc:spChg>
      </pc:sldChg>
      <pc:sldChg chg="modSp new mod">
        <pc:chgData name="visalakshi polepalli" userId="f47bad053f7fa56d" providerId="LiveId" clId="{F6CFB770-B6F1-4458-837D-19D45FC7D533}" dt="2025-12-04T04:29:04.136" v="545" actId="255"/>
        <pc:sldMkLst>
          <pc:docMk/>
          <pc:sldMk cId="1629728521" sldId="277"/>
        </pc:sldMkLst>
        <pc:spChg chg="mod">
          <ac:chgData name="visalakshi polepalli" userId="f47bad053f7fa56d" providerId="LiveId" clId="{F6CFB770-B6F1-4458-837D-19D45FC7D533}" dt="2025-12-04T04:27:57.424" v="450" actId="20577"/>
          <ac:spMkLst>
            <pc:docMk/>
            <pc:sldMk cId="1629728521" sldId="277"/>
            <ac:spMk id="2" creationId="{F38E273C-288E-513C-A399-F0D70202D154}"/>
          </ac:spMkLst>
        </pc:spChg>
        <pc:spChg chg="mod">
          <ac:chgData name="visalakshi polepalli" userId="f47bad053f7fa56d" providerId="LiveId" clId="{F6CFB770-B6F1-4458-837D-19D45FC7D533}" dt="2025-12-04T04:29:04.136" v="545" actId="255"/>
          <ac:spMkLst>
            <pc:docMk/>
            <pc:sldMk cId="1629728521" sldId="277"/>
            <ac:spMk id="3" creationId="{CBD5A1CB-64DF-A9E8-DDD6-E3D31BD0074B}"/>
          </ac:spMkLst>
        </pc:spChg>
      </pc:sldChg>
      <pc:sldChg chg="modSp new del mod">
        <pc:chgData name="visalakshi polepalli" userId="f47bad053f7fa56d" providerId="LiveId" clId="{F6CFB770-B6F1-4458-837D-19D45FC7D533}" dt="2025-12-04T04:35:26.049" v="599" actId="47"/>
        <pc:sldMkLst>
          <pc:docMk/>
          <pc:sldMk cId="718492827" sldId="278"/>
        </pc:sldMkLst>
        <pc:spChg chg="mod">
          <ac:chgData name="visalakshi polepalli" userId="f47bad053f7fa56d" providerId="LiveId" clId="{F6CFB770-B6F1-4458-837D-19D45FC7D533}" dt="2025-12-04T04:30:22.366" v="558" actId="20577"/>
          <ac:spMkLst>
            <pc:docMk/>
            <pc:sldMk cId="718492827" sldId="278"/>
            <ac:spMk id="2" creationId="{EE2BB337-4B3C-6BCE-DA46-AA8E9C303CDE}"/>
          </ac:spMkLst>
        </pc:spChg>
      </pc:sldChg>
      <pc:sldChg chg="addSp delSp modSp new del mod setBg">
        <pc:chgData name="visalakshi polepalli" userId="f47bad053f7fa56d" providerId="LiveId" clId="{F6CFB770-B6F1-4458-837D-19D45FC7D533}" dt="2025-12-04T04:32:38.700" v="572" actId="47"/>
        <pc:sldMkLst>
          <pc:docMk/>
          <pc:sldMk cId="711746424" sldId="279"/>
        </pc:sldMkLst>
        <pc:spChg chg="del">
          <ac:chgData name="visalakshi polepalli" userId="f47bad053f7fa56d" providerId="LiveId" clId="{F6CFB770-B6F1-4458-837D-19D45FC7D533}" dt="2025-12-04T04:31:39.035" v="566" actId="478"/>
          <ac:spMkLst>
            <pc:docMk/>
            <pc:sldMk cId="711746424" sldId="279"/>
            <ac:spMk id="2" creationId="{0FDE097F-1A15-D736-FC40-94A165EA346D}"/>
          </ac:spMkLst>
        </pc:spChg>
        <pc:spChg chg="del mod">
          <ac:chgData name="visalakshi polepalli" userId="f47bad053f7fa56d" providerId="LiveId" clId="{F6CFB770-B6F1-4458-837D-19D45FC7D533}" dt="2025-12-04T04:32:11.450" v="569"/>
          <ac:spMkLst>
            <pc:docMk/>
            <pc:sldMk cId="711746424" sldId="279"/>
            <ac:spMk id="3" creationId="{48BCEE28-E211-3520-86A9-3098DB364876}"/>
          </ac:spMkLst>
        </pc:spChg>
        <pc:spChg chg="add mod">
          <ac:chgData name="visalakshi polepalli" userId="f47bad053f7fa56d" providerId="LiveId" clId="{F6CFB770-B6F1-4458-837D-19D45FC7D533}" dt="2025-12-04T04:32:27.989" v="571" actId="478"/>
          <ac:spMkLst>
            <pc:docMk/>
            <pc:sldMk cId="711746424" sldId="279"/>
            <ac:spMk id="6" creationId="{50427602-BC45-43B4-565F-4E46FD62B450}"/>
          </ac:spMkLst>
        </pc:spChg>
        <pc:spChg chg="add">
          <ac:chgData name="visalakshi polepalli" userId="f47bad053f7fa56d" providerId="LiveId" clId="{F6CFB770-B6F1-4458-837D-19D45FC7D533}" dt="2025-12-04T04:32:13.634" v="570" actId="26606"/>
          <ac:spMkLst>
            <pc:docMk/>
            <pc:sldMk cId="711746424" sldId="279"/>
            <ac:spMk id="9" creationId="{2293296F-4C3A-4530-98F5-F83646ACE913}"/>
          </ac:spMkLst>
        </pc:spChg>
        <pc:spChg chg="add">
          <ac:chgData name="visalakshi polepalli" userId="f47bad053f7fa56d" providerId="LiveId" clId="{F6CFB770-B6F1-4458-837D-19D45FC7D533}" dt="2025-12-04T04:32:13.634" v="570" actId="26606"/>
          <ac:spMkLst>
            <pc:docMk/>
            <pc:sldMk cId="711746424" sldId="279"/>
            <ac:spMk id="19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32:13.634" v="570" actId="26606"/>
          <ac:spMkLst>
            <pc:docMk/>
            <pc:sldMk cId="711746424" sldId="279"/>
            <ac:spMk id="21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32:13.634" v="570" actId="26606"/>
          <ac:grpSpMkLst>
            <pc:docMk/>
            <pc:sldMk cId="711746424" sldId="279"/>
            <ac:grpSpMk id="11" creationId="{3914D2BD-3C47-433D-81FE-DC6C39595F0E}"/>
          </ac:grpSpMkLst>
        </pc:grpChg>
        <pc:grpChg chg="add">
          <ac:chgData name="visalakshi polepalli" userId="f47bad053f7fa56d" providerId="LiveId" clId="{F6CFB770-B6F1-4458-837D-19D45FC7D533}" dt="2025-12-04T04:32:13.634" v="570" actId="26606"/>
          <ac:grpSpMkLst>
            <pc:docMk/>
            <pc:sldMk cId="711746424" sldId="279"/>
            <ac:grpSpMk id="23" creationId="{3A5523E6-6E10-4D34-BF96-88ADA228C2EA}"/>
          </ac:grpSpMkLst>
        </pc:grpChg>
        <pc:picChg chg="add del mod">
          <ac:chgData name="visalakshi polepalli" userId="f47bad053f7fa56d" providerId="LiveId" clId="{F6CFB770-B6F1-4458-837D-19D45FC7D533}" dt="2025-12-04T04:32:27.989" v="571" actId="478"/>
          <ac:picMkLst>
            <pc:docMk/>
            <pc:sldMk cId="711746424" sldId="279"/>
            <ac:picMk id="4" creationId="{9560646F-D6A0-7299-BC20-A4A31BAD9E79}"/>
          </ac:picMkLst>
        </pc:picChg>
      </pc:sldChg>
      <pc:sldChg chg="addSp delSp modSp new mod setBg">
        <pc:chgData name="visalakshi polepalli" userId="f47bad053f7fa56d" providerId="LiveId" clId="{F6CFB770-B6F1-4458-837D-19D45FC7D533}" dt="2025-12-04T04:35:14.131" v="598" actId="27636"/>
        <pc:sldMkLst>
          <pc:docMk/>
          <pc:sldMk cId="1019866771" sldId="279"/>
        </pc:sldMkLst>
        <pc:spChg chg="del">
          <ac:chgData name="visalakshi polepalli" userId="f47bad053f7fa56d" providerId="LiveId" clId="{F6CFB770-B6F1-4458-837D-19D45FC7D533}" dt="2025-12-04T04:32:49.764" v="574" actId="478"/>
          <ac:spMkLst>
            <pc:docMk/>
            <pc:sldMk cId="1019866771" sldId="279"/>
            <ac:spMk id="2" creationId="{E078321F-67A1-877B-CDFD-779F28AE4A68}"/>
          </ac:spMkLst>
        </pc:spChg>
        <pc:spChg chg="del mod">
          <ac:chgData name="visalakshi polepalli" userId="f47bad053f7fa56d" providerId="LiveId" clId="{F6CFB770-B6F1-4458-837D-19D45FC7D533}" dt="2025-12-04T04:32:59.339" v="576"/>
          <ac:spMkLst>
            <pc:docMk/>
            <pc:sldMk cId="1019866771" sldId="279"/>
            <ac:spMk id="3" creationId="{0B1BAAF1-B366-AA73-E727-9E372F88DB46}"/>
          </ac:spMkLst>
        </pc:spChg>
        <pc:spChg chg="del">
          <ac:chgData name="visalakshi polepalli" userId="f47bad053f7fa56d" providerId="LiveId" clId="{F6CFB770-B6F1-4458-837D-19D45FC7D533}" dt="2025-12-04T04:33:07.187" v="577"/>
          <ac:spMkLst>
            <pc:docMk/>
            <pc:sldMk cId="1019866771" sldId="279"/>
            <ac:spMk id="4" creationId="{B2C3FDEF-4B3F-FEF2-3281-DA67DDFD40CB}"/>
          </ac:spMkLst>
        </pc:spChg>
        <pc:spChg chg="add del mod">
          <ac:chgData name="visalakshi polepalli" userId="f47bad053f7fa56d" providerId="LiveId" clId="{F6CFB770-B6F1-4458-837D-19D45FC7D533}" dt="2025-12-04T04:34:34.347" v="588" actId="478"/>
          <ac:spMkLst>
            <pc:docMk/>
            <pc:sldMk cId="1019866771" sldId="279"/>
            <ac:spMk id="8" creationId="{943A0BED-5524-BF81-E65A-2D299D1CA44B}"/>
          </ac:spMkLst>
        </pc:spChg>
        <pc:spChg chg="add mod">
          <ac:chgData name="visalakshi polepalli" userId="f47bad053f7fa56d" providerId="LiveId" clId="{F6CFB770-B6F1-4458-837D-19D45FC7D533}" dt="2025-12-04T04:35:14.131" v="598" actId="27636"/>
          <ac:spMkLst>
            <pc:docMk/>
            <pc:sldMk cId="1019866771" sldId="279"/>
            <ac:spMk id="9" creationId="{8C53E65B-F377-F42C-80FE-380FBBA5B3EA}"/>
          </ac:spMkLst>
        </pc:spChg>
        <pc:spChg chg="add mod">
          <ac:chgData name="visalakshi polepalli" userId="f47bad053f7fa56d" providerId="LiveId" clId="{F6CFB770-B6F1-4458-837D-19D45FC7D533}" dt="2025-12-04T04:35:06.188" v="594" actId="1076"/>
          <ac:spMkLst>
            <pc:docMk/>
            <pc:sldMk cId="1019866771" sldId="279"/>
            <ac:spMk id="10" creationId="{1D6523CD-3189-54FC-C09F-16822D9C3F4F}"/>
          </ac:spMkLst>
        </pc:spChg>
        <pc:spChg chg="add">
          <ac:chgData name="visalakshi polepalli" userId="f47bad053f7fa56d" providerId="LiveId" clId="{F6CFB770-B6F1-4458-837D-19D45FC7D533}" dt="2025-12-04T04:33:24.740" v="578" actId="26606"/>
          <ac:spMkLst>
            <pc:docMk/>
            <pc:sldMk cId="1019866771" sldId="279"/>
            <ac:spMk id="11" creationId="{2293296F-4C3A-4530-98F5-F83646ACE913}"/>
          </ac:spMkLst>
        </pc:spChg>
        <pc:spChg chg="add">
          <ac:chgData name="visalakshi polepalli" userId="f47bad053f7fa56d" providerId="LiveId" clId="{F6CFB770-B6F1-4458-837D-19D45FC7D533}" dt="2025-12-04T04:33:24.740" v="578" actId="26606"/>
          <ac:spMkLst>
            <pc:docMk/>
            <pc:sldMk cId="1019866771" sldId="279"/>
            <ac:spMk id="21" creationId="{916F6374-2300-41FF-BA7E-22FADCD95D3B}"/>
          </ac:spMkLst>
        </pc:spChg>
        <pc:spChg chg="add">
          <ac:chgData name="visalakshi polepalli" userId="f47bad053f7fa56d" providerId="LiveId" clId="{F6CFB770-B6F1-4458-837D-19D45FC7D533}" dt="2025-12-04T04:33:24.740" v="578" actId="26606"/>
          <ac:spMkLst>
            <pc:docMk/>
            <pc:sldMk cId="1019866771" sldId="279"/>
            <ac:spMk id="23" creationId="{7D522F64-6B4B-409B-B1CF-F152D3BE5C14}"/>
          </ac:spMkLst>
        </pc:spChg>
        <pc:spChg chg="add">
          <ac:chgData name="visalakshi polepalli" userId="f47bad053f7fa56d" providerId="LiveId" clId="{F6CFB770-B6F1-4458-837D-19D45FC7D533}" dt="2025-12-04T04:33:24.740" v="578" actId="26606"/>
          <ac:spMkLst>
            <pc:docMk/>
            <pc:sldMk cId="1019866771" sldId="279"/>
            <ac:spMk id="25" creationId="{6A62EAB3-AC9F-4EF0-B30A-075BFCA0CB95}"/>
          </ac:spMkLst>
        </pc:spChg>
        <pc:grpChg chg="add">
          <ac:chgData name="visalakshi polepalli" userId="f47bad053f7fa56d" providerId="LiveId" clId="{F6CFB770-B6F1-4458-837D-19D45FC7D533}" dt="2025-12-04T04:33:24.740" v="578" actId="26606"/>
          <ac:grpSpMkLst>
            <pc:docMk/>
            <pc:sldMk cId="1019866771" sldId="279"/>
            <ac:grpSpMk id="13" creationId="{3914D2BD-3C47-433D-81FE-DC6C39595F0E}"/>
          </ac:grpSpMkLst>
        </pc:grpChg>
        <pc:grpChg chg="add">
          <ac:chgData name="visalakshi polepalli" userId="f47bad053f7fa56d" providerId="LiveId" clId="{F6CFB770-B6F1-4458-837D-19D45FC7D533}" dt="2025-12-04T04:33:24.740" v="578" actId="26606"/>
          <ac:grpSpMkLst>
            <pc:docMk/>
            <pc:sldMk cId="1019866771" sldId="279"/>
            <ac:grpSpMk id="27" creationId="{D1FC17BC-E106-40F3-9C0E-871E34C4A0D9}"/>
          </ac:grpSpMkLst>
        </pc:grpChg>
        <pc:picChg chg="add mod">
          <ac:chgData name="visalakshi polepalli" userId="f47bad053f7fa56d" providerId="LiveId" clId="{F6CFB770-B6F1-4458-837D-19D45FC7D533}" dt="2025-12-04T04:33:24.740" v="578" actId="26606"/>
          <ac:picMkLst>
            <pc:docMk/>
            <pc:sldMk cId="1019866771" sldId="279"/>
            <ac:picMk id="5" creationId="{8BEFB855-231E-DB74-04AC-0AFEBBE52F37}"/>
          </ac:picMkLst>
        </pc:picChg>
        <pc:picChg chg="add mod">
          <ac:chgData name="visalakshi polepalli" userId="f47bad053f7fa56d" providerId="LiveId" clId="{F6CFB770-B6F1-4458-837D-19D45FC7D533}" dt="2025-12-04T04:33:24.740" v="578" actId="26606"/>
          <ac:picMkLst>
            <pc:docMk/>
            <pc:sldMk cId="1019866771" sldId="279"/>
            <ac:picMk id="6" creationId="{597857A8-8A00-A6CD-B500-AF14E8DA3223}"/>
          </ac:picMkLst>
        </pc:picChg>
      </pc:sldChg>
      <pc:sldChg chg="addSp delSp modSp new mod">
        <pc:chgData name="visalakshi polepalli" userId="f47bad053f7fa56d" providerId="LiveId" clId="{F6CFB770-B6F1-4458-837D-19D45FC7D533}" dt="2025-12-04T04:45:18.510" v="684" actId="255"/>
        <pc:sldMkLst>
          <pc:docMk/>
          <pc:sldMk cId="794823459" sldId="280"/>
        </pc:sldMkLst>
        <pc:spChg chg="mod">
          <ac:chgData name="visalakshi polepalli" userId="f47bad053f7fa56d" providerId="LiveId" clId="{F6CFB770-B6F1-4458-837D-19D45FC7D533}" dt="2025-12-04T04:36:16.545" v="613" actId="20577"/>
          <ac:spMkLst>
            <pc:docMk/>
            <pc:sldMk cId="794823459" sldId="280"/>
            <ac:spMk id="2" creationId="{B6B39941-52C0-B037-538B-7DB6BA2A28AE}"/>
          </ac:spMkLst>
        </pc:spChg>
        <pc:spChg chg="add del mod">
          <ac:chgData name="visalakshi polepalli" userId="f47bad053f7fa56d" providerId="LiveId" clId="{F6CFB770-B6F1-4458-837D-19D45FC7D533}" dt="2025-12-04T04:43:49.738" v="620"/>
          <ac:spMkLst>
            <pc:docMk/>
            <pc:sldMk cId="794823459" sldId="280"/>
            <ac:spMk id="3" creationId="{77E647DD-6E4F-7F03-4441-F5C82CC9E1B4}"/>
          </ac:spMkLst>
        </pc:spChg>
        <pc:spChg chg="add mod">
          <ac:chgData name="visalakshi polepalli" userId="f47bad053f7fa56d" providerId="LiveId" clId="{F6CFB770-B6F1-4458-837D-19D45FC7D533}" dt="2025-12-04T04:43:05.928" v="615"/>
          <ac:spMkLst>
            <pc:docMk/>
            <pc:sldMk cId="794823459" sldId="280"/>
            <ac:spMk id="4" creationId="{808A9231-E18E-E250-4332-5BDB6ED3C61A}"/>
          </ac:spMkLst>
        </pc:spChg>
        <pc:spChg chg="add mod">
          <ac:chgData name="visalakshi polepalli" userId="f47bad053f7fa56d" providerId="LiveId" clId="{F6CFB770-B6F1-4458-837D-19D45FC7D533}" dt="2025-12-04T04:43:18.545" v="619"/>
          <ac:spMkLst>
            <pc:docMk/>
            <pc:sldMk cId="794823459" sldId="280"/>
            <ac:spMk id="5" creationId="{45833FE6-72D0-7E02-53B8-7BBF5E50FA49}"/>
          </ac:spMkLst>
        </pc:spChg>
        <pc:spChg chg="add del mod">
          <ac:chgData name="visalakshi polepalli" userId="f47bad053f7fa56d" providerId="LiveId" clId="{F6CFB770-B6F1-4458-837D-19D45FC7D533}" dt="2025-12-04T04:43:50.614" v="621" actId="478"/>
          <ac:spMkLst>
            <pc:docMk/>
            <pc:sldMk cId="794823459" sldId="280"/>
            <ac:spMk id="6" creationId="{C4152CD1-CDC4-BE9E-8DFC-028278E533A0}"/>
          </ac:spMkLst>
        </pc:spChg>
        <pc:spChg chg="add mod">
          <ac:chgData name="visalakshi polepalli" userId="f47bad053f7fa56d" providerId="LiveId" clId="{F6CFB770-B6F1-4458-837D-19D45FC7D533}" dt="2025-12-04T04:45:18.510" v="684" actId="255"/>
          <ac:spMkLst>
            <pc:docMk/>
            <pc:sldMk cId="794823459" sldId="280"/>
            <ac:spMk id="7" creationId="{74D6B6C8-8524-E793-7783-2D30742CE97A}"/>
          </ac:spMkLst>
        </pc:spChg>
        <pc:spChg chg="add">
          <ac:chgData name="visalakshi polepalli" userId="f47bad053f7fa56d" providerId="LiveId" clId="{F6CFB770-B6F1-4458-837D-19D45FC7D533}" dt="2025-12-04T04:44:39.583" v="659"/>
          <ac:spMkLst>
            <pc:docMk/>
            <pc:sldMk cId="794823459" sldId="280"/>
            <ac:spMk id="8" creationId="{6A1B8886-6D8A-3702-E74F-DB16E91756C2}"/>
          </ac:spMkLst>
        </pc:spChg>
      </pc:sldChg>
      <pc:sldChg chg="new del">
        <pc:chgData name="visalakshi polepalli" userId="f47bad053f7fa56d" providerId="LiveId" clId="{F6CFB770-B6F1-4458-837D-19D45FC7D533}" dt="2025-12-04T04:34:07.734" v="581" actId="47"/>
        <pc:sldMkLst>
          <pc:docMk/>
          <pc:sldMk cId="2664160221" sldId="280"/>
        </pc:sldMkLst>
      </pc:sldChg>
      <pc:sldChg chg="addSp delSp modSp new mod setBg">
        <pc:chgData name="visalakshi polepalli" userId="f47bad053f7fa56d" providerId="LiveId" clId="{F6CFB770-B6F1-4458-837D-19D45FC7D533}" dt="2025-12-04T21:04:00.287" v="712" actId="1036"/>
        <pc:sldMkLst>
          <pc:docMk/>
          <pc:sldMk cId="1114442208" sldId="281"/>
        </pc:sldMkLst>
        <pc:spChg chg="del">
          <ac:chgData name="visalakshi polepalli" userId="f47bad053f7fa56d" providerId="LiveId" clId="{F6CFB770-B6F1-4458-837D-19D45FC7D533}" dt="2025-12-04T04:46:18.764" v="687" actId="26606"/>
          <ac:spMkLst>
            <pc:docMk/>
            <pc:sldMk cId="1114442208" sldId="281"/>
            <ac:spMk id="2" creationId="{23D21371-FF69-0DC4-CB4F-842B30309948}"/>
          </ac:spMkLst>
        </pc:spChg>
        <pc:spChg chg="del">
          <ac:chgData name="visalakshi polepalli" userId="f47bad053f7fa56d" providerId="LiveId" clId="{F6CFB770-B6F1-4458-837D-19D45FC7D533}" dt="2025-12-04T04:46:16.622" v="686"/>
          <ac:spMkLst>
            <pc:docMk/>
            <pc:sldMk cId="1114442208" sldId="281"/>
            <ac:spMk id="3" creationId="{14F279B5-6A89-F82E-4D15-9840468C8B49}"/>
          </ac:spMkLst>
        </pc:spChg>
        <pc:spChg chg="add del mod">
          <ac:chgData name="visalakshi polepalli" userId="f47bad053f7fa56d" providerId="LiveId" clId="{F6CFB770-B6F1-4458-837D-19D45FC7D533}" dt="2025-12-04T04:46:31.770" v="689"/>
          <ac:spMkLst>
            <pc:docMk/>
            <pc:sldMk cId="1114442208" sldId="281"/>
            <ac:spMk id="6" creationId="{B63A8838-A901-21E5-ED9A-4FED459AC2F6}"/>
          </ac:spMkLst>
        </pc:spChg>
        <pc:spChg chg="add del">
          <ac:chgData name="visalakshi polepalli" userId="f47bad053f7fa56d" providerId="LiveId" clId="{F6CFB770-B6F1-4458-837D-19D45FC7D533}" dt="2025-12-04T04:46:33.356" v="690" actId="26606"/>
          <ac:spMkLst>
            <pc:docMk/>
            <pc:sldMk cId="1114442208" sldId="281"/>
            <ac:spMk id="9" creationId="{2293296F-4C3A-4530-98F5-F83646ACE913}"/>
          </ac:spMkLst>
        </pc:spChg>
        <pc:spChg chg="add del">
          <ac:chgData name="visalakshi polepalli" userId="f47bad053f7fa56d" providerId="LiveId" clId="{F6CFB770-B6F1-4458-837D-19D45FC7D533}" dt="2025-12-04T04:46:33.356" v="690" actId="26606"/>
          <ac:spMkLst>
            <pc:docMk/>
            <pc:sldMk cId="1114442208" sldId="281"/>
            <ac:spMk id="19" creationId="{51B63EEE-B5E3-42ED-90DF-2948123C7049}"/>
          </ac:spMkLst>
        </pc:spChg>
        <pc:spChg chg="add del">
          <ac:chgData name="visalakshi polepalli" userId="f47bad053f7fa56d" providerId="LiveId" clId="{F6CFB770-B6F1-4458-837D-19D45FC7D533}" dt="2025-12-04T04:46:33.356" v="690" actId="26606"/>
          <ac:spMkLst>
            <pc:docMk/>
            <pc:sldMk cId="1114442208" sldId="281"/>
            <ac:spMk id="21" creationId="{00DC7BE8-B819-4865-ACAD-6EE9C972122D}"/>
          </ac:spMkLst>
        </pc:spChg>
        <pc:spChg chg="add">
          <ac:chgData name="visalakshi polepalli" userId="f47bad053f7fa56d" providerId="LiveId" clId="{F6CFB770-B6F1-4458-837D-19D45FC7D533}" dt="2025-12-04T04:46:33.356" v="690" actId="26606"/>
          <ac:spMkLst>
            <pc:docMk/>
            <pc:sldMk cId="1114442208" sldId="281"/>
            <ac:spMk id="34" creationId="{2293296F-4C3A-4530-98F5-F83646ACE913}"/>
          </ac:spMkLst>
        </pc:spChg>
        <pc:spChg chg="add">
          <ac:chgData name="visalakshi polepalli" userId="f47bad053f7fa56d" providerId="LiveId" clId="{F6CFB770-B6F1-4458-837D-19D45FC7D533}" dt="2025-12-04T04:46:33.356" v="690" actId="26606"/>
          <ac:spMkLst>
            <pc:docMk/>
            <pc:sldMk cId="1114442208" sldId="281"/>
            <ac:spMk id="44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46:33.356" v="690" actId="26606"/>
          <ac:spMkLst>
            <pc:docMk/>
            <pc:sldMk cId="1114442208" sldId="281"/>
            <ac:spMk id="46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46:18.764" v="687" actId="26606"/>
          <ac:grpSpMkLst>
            <pc:docMk/>
            <pc:sldMk cId="1114442208" sldId="281"/>
            <ac:grpSpMk id="11" creationId="{3914D2BD-3C47-433D-81FE-DC6C39595F0E}"/>
          </ac:grpSpMkLst>
        </pc:grpChg>
        <pc:grpChg chg="add del">
          <ac:chgData name="visalakshi polepalli" userId="f47bad053f7fa56d" providerId="LiveId" clId="{F6CFB770-B6F1-4458-837D-19D45FC7D533}" dt="2025-12-04T04:46:33.356" v="690" actId="26606"/>
          <ac:grpSpMkLst>
            <pc:docMk/>
            <pc:sldMk cId="1114442208" sldId="281"/>
            <ac:grpSpMk id="23" creationId="{3A5523E6-6E10-4D34-BF96-88ADA228C2EA}"/>
          </ac:grpSpMkLst>
        </pc:grpChg>
        <pc:grpChg chg="add">
          <ac:chgData name="visalakshi polepalli" userId="f47bad053f7fa56d" providerId="LiveId" clId="{F6CFB770-B6F1-4458-837D-19D45FC7D533}" dt="2025-12-04T04:46:33.356" v="690" actId="26606"/>
          <ac:grpSpMkLst>
            <pc:docMk/>
            <pc:sldMk cId="1114442208" sldId="281"/>
            <ac:grpSpMk id="36" creationId="{3914D2BD-3C47-433D-81FE-DC6C39595F0E}"/>
          </ac:grpSpMkLst>
        </pc:grpChg>
        <pc:grpChg chg="add">
          <ac:chgData name="visalakshi polepalli" userId="f47bad053f7fa56d" providerId="LiveId" clId="{F6CFB770-B6F1-4458-837D-19D45FC7D533}" dt="2025-12-04T04:46:33.356" v="690" actId="26606"/>
          <ac:grpSpMkLst>
            <pc:docMk/>
            <pc:sldMk cId="1114442208" sldId="281"/>
            <ac:grpSpMk id="48" creationId="{3A5523E6-6E10-4D34-BF96-88ADA228C2EA}"/>
          </ac:grpSpMkLst>
        </pc:grpChg>
        <pc:picChg chg="add del mod">
          <ac:chgData name="visalakshi polepalli" userId="f47bad053f7fa56d" providerId="LiveId" clId="{F6CFB770-B6F1-4458-837D-19D45FC7D533}" dt="2025-12-04T04:46:26.415" v="688" actId="478"/>
          <ac:picMkLst>
            <pc:docMk/>
            <pc:sldMk cId="1114442208" sldId="281"/>
            <ac:picMk id="4" creationId="{5A1E79C0-8D02-2810-6E62-0DA1FE7EE85D}"/>
          </ac:picMkLst>
        </pc:picChg>
        <pc:picChg chg="add mod">
          <ac:chgData name="visalakshi polepalli" userId="f47bad053f7fa56d" providerId="LiveId" clId="{F6CFB770-B6F1-4458-837D-19D45FC7D533}" dt="2025-12-04T21:04:00.287" v="712" actId="1036"/>
          <ac:picMkLst>
            <pc:docMk/>
            <pc:sldMk cId="1114442208" sldId="281"/>
            <ac:picMk id="7" creationId="{DF4606D7-22E3-FC29-66C7-9BC7D1DB5297}"/>
          </ac:picMkLst>
        </pc:picChg>
      </pc:sldChg>
      <pc:sldChg chg="addSp delSp modSp new mod setBg">
        <pc:chgData name="visalakshi polepalli" userId="f47bad053f7fa56d" providerId="LiveId" clId="{F6CFB770-B6F1-4458-837D-19D45FC7D533}" dt="2025-12-04T04:46:56.127" v="693" actId="26606"/>
        <pc:sldMkLst>
          <pc:docMk/>
          <pc:sldMk cId="2792346779" sldId="282"/>
        </pc:sldMkLst>
        <pc:spChg chg="del">
          <ac:chgData name="visalakshi polepalli" userId="f47bad053f7fa56d" providerId="LiveId" clId="{F6CFB770-B6F1-4458-837D-19D45FC7D533}" dt="2025-12-04T04:46:56.127" v="693" actId="26606"/>
          <ac:spMkLst>
            <pc:docMk/>
            <pc:sldMk cId="2792346779" sldId="282"/>
            <ac:spMk id="2" creationId="{259344A0-DC68-F9B1-5190-204960716068}"/>
          </ac:spMkLst>
        </pc:spChg>
        <pc:spChg chg="del">
          <ac:chgData name="visalakshi polepalli" userId="f47bad053f7fa56d" providerId="LiveId" clId="{F6CFB770-B6F1-4458-837D-19D45FC7D533}" dt="2025-12-04T04:46:56.127" v="693" actId="26606"/>
          <ac:spMkLst>
            <pc:docMk/>
            <pc:sldMk cId="2792346779" sldId="282"/>
            <ac:spMk id="3" creationId="{D415E6C4-2127-AE3C-2530-8A2AB1BAC7C8}"/>
          </ac:spMkLst>
        </pc:spChg>
        <pc:spChg chg="add">
          <ac:chgData name="visalakshi polepalli" userId="f47bad053f7fa56d" providerId="LiveId" clId="{F6CFB770-B6F1-4458-837D-19D45FC7D533}" dt="2025-12-04T04:46:56.127" v="693" actId="26606"/>
          <ac:spMkLst>
            <pc:docMk/>
            <pc:sldMk cId="2792346779" sldId="282"/>
            <ac:spMk id="9" creationId="{2293296F-4C3A-4530-98F5-F83646ACE913}"/>
          </ac:spMkLst>
        </pc:spChg>
        <pc:spChg chg="add">
          <ac:chgData name="visalakshi polepalli" userId="f47bad053f7fa56d" providerId="LiveId" clId="{F6CFB770-B6F1-4458-837D-19D45FC7D533}" dt="2025-12-04T04:46:56.127" v="693" actId="26606"/>
          <ac:spMkLst>
            <pc:docMk/>
            <pc:sldMk cId="2792346779" sldId="282"/>
            <ac:spMk id="19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46:56.127" v="693" actId="26606"/>
          <ac:spMkLst>
            <pc:docMk/>
            <pc:sldMk cId="2792346779" sldId="282"/>
            <ac:spMk id="21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46:56.127" v="693" actId="26606"/>
          <ac:grpSpMkLst>
            <pc:docMk/>
            <pc:sldMk cId="2792346779" sldId="282"/>
            <ac:grpSpMk id="11" creationId="{3914D2BD-3C47-433D-81FE-DC6C39595F0E}"/>
          </ac:grpSpMkLst>
        </pc:grpChg>
        <pc:grpChg chg="add">
          <ac:chgData name="visalakshi polepalli" userId="f47bad053f7fa56d" providerId="LiveId" clId="{F6CFB770-B6F1-4458-837D-19D45FC7D533}" dt="2025-12-04T04:46:56.127" v="693" actId="26606"/>
          <ac:grpSpMkLst>
            <pc:docMk/>
            <pc:sldMk cId="2792346779" sldId="282"/>
            <ac:grpSpMk id="23" creationId="{3A5523E6-6E10-4D34-BF96-88ADA228C2EA}"/>
          </ac:grpSpMkLst>
        </pc:grpChg>
        <pc:picChg chg="add mod">
          <ac:chgData name="visalakshi polepalli" userId="f47bad053f7fa56d" providerId="LiveId" clId="{F6CFB770-B6F1-4458-837D-19D45FC7D533}" dt="2025-12-04T04:46:56.127" v="693" actId="26606"/>
          <ac:picMkLst>
            <pc:docMk/>
            <pc:sldMk cId="2792346779" sldId="282"/>
            <ac:picMk id="4" creationId="{065E10C6-A187-36D7-0042-5E5DE8DF658E}"/>
          </ac:picMkLst>
        </pc:picChg>
      </pc:sldChg>
      <pc:sldChg chg="addSp modSp new mod setBg">
        <pc:chgData name="visalakshi polepalli" userId="f47bad053f7fa56d" providerId="LiveId" clId="{F6CFB770-B6F1-4458-837D-19D45FC7D533}" dt="2025-12-04T04:47:15.500" v="696" actId="26606"/>
        <pc:sldMkLst>
          <pc:docMk/>
          <pc:sldMk cId="2388918766" sldId="283"/>
        </pc:sldMkLst>
        <pc:spChg chg="add">
          <ac:chgData name="visalakshi polepalli" userId="f47bad053f7fa56d" providerId="LiveId" clId="{F6CFB770-B6F1-4458-837D-19D45FC7D533}" dt="2025-12-04T04:47:15.500" v="696" actId="26606"/>
          <ac:spMkLst>
            <pc:docMk/>
            <pc:sldMk cId="2388918766" sldId="283"/>
            <ac:spMk id="7" creationId="{51B63EEE-B5E3-42ED-90DF-2948123C7049}"/>
          </ac:spMkLst>
        </pc:spChg>
        <pc:spChg chg="add">
          <ac:chgData name="visalakshi polepalli" userId="f47bad053f7fa56d" providerId="LiveId" clId="{F6CFB770-B6F1-4458-837D-19D45FC7D533}" dt="2025-12-04T04:47:15.500" v="696" actId="26606"/>
          <ac:spMkLst>
            <pc:docMk/>
            <pc:sldMk cId="2388918766" sldId="283"/>
            <ac:spMk id="9" creationId="{00DC7BE8-B819-4865-ACAD-6EE9C972122D}"/>
          </ac:spMkLst>
        </pc:spChg>
        <pc:grpChg chg="add">
          <ac:chgData name="visalakshi polepalli" userId="f47bad053f7fa56d" providerId="LiveId" clId="{F6CFB770-B6F1-4458-837D-19D45FC7D533}" dt="2025-12-04T04:47:15.500" v="696" actId="26606"/>
          <ac:grpSpMkLst>
            <pc:docMk/>
            <pc:sldMk cId="2388918766" sldId="283"/>
            <ac:grpSpMk id="11" creationId="{3A5523E6-6E10-4D34-BF96-88ADA228C2EA}"/>
          </ac:grpSpMkLst>
        </pc:grpChg>
        <pc:picChg chg="add mod">
          <ac:chgData name="visalakshi polepalli" userId="f47bad053f7fa56d" providerId="LiveId" clId="{F6CFB770-B6F1-4458-837D-19D45FC7D533}" dt="2025-12-04T04:47:15.500" v="696" actId="26606"/>
          <ac:picMkLst>
            <pc:docMk/>
            <pc:sldMk cId="2388918766" sldId="283"/>
            <ac:picMk id="2" creationId="{804A616E-EE04-33C2-BC93-70D8A67ED79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4BDA86-8025-47EE-ABB2-B0D258D44763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346B5-CC13-4A6B-9A26-79D2B42C20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9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22F66-727D-4150-ADA5-49CF3A0F68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3"/>
            <a:ext cx="9829800" cy="2387600"/>
          </a:xfrm>
        </p:spPr>
        <p:txBody>
          <a:bodyPr anchor="b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9A1FE-C39F-4D7C-B93D-F8C203A1D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602038"/>
            <a:ext cx="9829800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08AAC-7D41-4304-8D59-EF34B23268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136525"/>
            <a:ext cx="2743200" cy="365125"/>
          </a:xfrm>
        </p:spPr>
        <p:txBody>
          <a:bodyPr/>
          <a:lstStyle>
            <a:lvl1pPr algn="l">
              <a:defRPr/>
            </a:lvl1pPr>
          </a:lstStyle>
          <a:p>
            <a:fld id="{9549D6DC-E1CB-4874-BF52-C3407230D20E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4D078-DE22-4F23-8B48-21FB1415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0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C1F5-608B-4335-9F2A-17F63D5FA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15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7B4A7-C566-48F4-B4B8-3A5E7B6C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B93F5-BC8B-452C-ACE2-C7E01D1B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A49B3-A57D-46C5-8462-0C52509F8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913E51-B7F7-4C24-B8E3-5471755DC0E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C810-EAF4-4D86-84DD-2E574122D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7E738-8574-490B-974B-9AD3B2AA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237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9764E-4B3D-4B6A-A210-B50E4F60E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0AEC2-B6E6-4C09-A16F-5E2A1C9A0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37CAB-B545-4E42-BB5A-F1DAA9335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91A59F-D956-4598-A3C1-AE72A5387751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D720B-7E58-43F4-9659-ADB2403A5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95F53F-2FA5-4B5C-A151-F07BBC00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2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473D3-0F03-4BF4-831F-34E80BAC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C09409-59F2-486F-A6D0-FAEE8FFF25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87241-B390-47A6-8070-C3D4652F8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95847"/>
            <a:ext cx="5181600" cy="3981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0B360-2ACA-4B93-9439-591B6D3FB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BBD69-7BD3-4731-8064-242619E92CBE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4A73E2-CF78-404C-A86F-E70A284AE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A8F42A-11E1-42A0-8ECF-A5BBA3B8C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25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ECA31-EE14-41DD-9914-DA7138220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B22AB6-1657-4AE2-8607-2C77A25D7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149131"/>
            <a:ext cx="5157787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A6DC0-D4D5-4164-A3FD-6BB5CBB2BB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10625"/>
            <a:ext cx="5157787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B35F8-95F3-43D1-8917-5836BAA904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149131"/>
            <a:ext cx="5183188" cy="693696"/>
          </a:xfrm>
        </p:spPr>
        <p:txBody>
          <a:bodyPr anchor="b">
            <a:normAutofit/>
          </a:bodyPr>
          <a:lstStyle>
            <a:lvl1pPr marL="0" indent="0">
              <a:buNone/>
              <a:defRPr sz="20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B639E7-F4A3-4ADE-B290-0A4F9761B9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10625"/>
            <a:ext cx="5183188" cy="310056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6F296B-429F-4DFC-ABC3-0A078EA99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77D9-239F-488B-9358-023C46BC7084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7103B9-D521-4910-AC15-F12F25CB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73A6D9-123D-492C-B5CE-294EF2559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190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2A22-4B4D-4F58-9783-A0469DA4D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152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5EE610-5457-4E8C-B568-B8D560773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61C24-7140-4FDE-92F3-654C6E2D3C1C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BA57BB-288A-4A30-A4EC-FF0537BC2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414C89-B968-4A85-A035-E2997A5F8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6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339C-4093-4B40-8C90-52F005CA9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D6ACF-ECB9-4B5F-A429-08B8AC75E8EF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A33F04-8E0A-4165-930C-527D781A7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62F57B-BEB6-4973-A362-38F638E0D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519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FAC90-C2CA-44DD-8EF8-20BDD6724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6326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15FB-D5F4-4CAD-AE70-3644E8180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31521"/>
            <a:ext cx="6172200" cy="512953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374DA3-3BAC-4045-825F-B3C27B8973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A0D65-0423-4E45-947A-E08C8569F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8B429B-EE2A-486A-BDB9-0C848B4FAFDD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E6FBD0-E49F-4DE6-9264-CEDB9BAA0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16B246-A768-4B2D-96C6-9F4178526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278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CB0C8-915E-4BF2-976E-B8D7EDC59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731520"/>
            <a:ext cx="3932237" cy="2341564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0714E6-8E50-4B50-A2E0-F9D20155EB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7257"/>
            <a:ext cx="6172200" cy="517379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D67A6C-5CA5-4EF0-B1C4-ED85FF255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429000"/>
            <a:ext cx="3932237" cy="24399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76474-31D4-4567-B4EC-B6AF24488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5FE4A-CB8D-40AB-BFFC-AAF37EA071C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902DE0-33F5-4372-8EB5-F5746D344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C5C2EF-849D-4B2C-8ED6-D265536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00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9F2C5-A3FC-44EF-BA15-CEC83C83D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040D3-67DB-455C-AD79-49E185DB6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2B07A-258E-42DD-9A68-2C76F7D54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01D81-C4B9-4A87-89A7-22E29E6C9200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01E9BC-3BB8-40CD-9294-59A2E59E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13979D-5589-4770-9D29-046F2B50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83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6693CD-CB65-4F37-A6DA-F300B93C14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31520"/>
            <a:ext cx="2628900" cy="53780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8D117-7AE6-4831-9867-5145F64A0C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31520"/>
            <a:ext cx="7734300" cy="53780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88CF8-397F-485E-8081-AFA4DADD4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07718-69F7-427E-95A3-C1246AF46913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E4773-4660-4F21-83CF-1A449395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59537-EB47-40FA-893E-785D6FE00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3BAE12-D270-459D-897B-6833652BB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69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</a:extLst>
            </p:cNvPr>
            <p:cNvCxnSpPr>
              <a:cxnSpLocks/>
            </p:cNvCxnSpPr>
            <p:nvPr/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</a:extLst>
            </p:cNvPr>
            <p:cNvCxnSpPr>
              <a:cxnSpLocks/>
            </p:cNvCxnSpPr>
            <p:nvPr/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</a:extLst>
            </p:cNvPr>
            <p:cNvSpPr/>
            <p:nvPr/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</a:extLst>
            </p:cNvPr>
            <p:cNvSpPr/>
            <p:nvPr/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78318D-FE3E-41D7-9A8C-2065A2C46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32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B06718-79E7-4159-A003-F86FE7B3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89408"/>
            <a:ext cx="10515600" cy="3821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F99FF-FFE2-431D-A0C8-A46C21712A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13652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0517C94-3B1E-4991-BED3-41F8B0158A00}" type="datetime1">
              <a:rPr lang="en-US" smtClean="0"/>
              <a:t>12/4/2025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3547E-668D-4191-847C-7424F75496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34506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B6E6E-8527-4F63-A0C7-84CD44A2B0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3467" y="3246434"/>
            <a:ext cx="628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cap="all" spc="150" baseline="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273BAE12-D270-459D-897B-6833652BB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54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-meteo.com/en/docs" TargetMode="External"/><Relationship Id="rId2" Type="http://schemas.openxmlformats.org/officeDocument/2006/relationships/hyperlink" Target="https://www.ncei.noaa.gov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oud.google.com/storage/docs" TargetMode="External"/><Relationship Id="rId5" Type="http://schemas.openxmlformats.org/officeDocument/2006/relationships/hyperlink" Target="https://cloud.google.com/bigquery/docs" TargetMode="External"/><Relationship Id="rId4" Type="http://schemas.openxmlformats.org/officeDocument/2006/relationships/hyperlink" Target="https://cloud.google.com/dataproc/docs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118C-D83B-D705-482D-507EC05C5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684020"/>
            <a:ext cx="10515600" cy="1325563"/>
          </a:xfrm>
        </p:spPr>
        <p:txBody>
          <a:bodyPr>
            <a:noAutofit/>
          </a:bodyPr>
          <a:lstStyle/>
          <a:p>
            <a:r>
              <a:rPr lang="en-US" sz="6000" dirty="0"/>
              <a:t>Snow &amp; </a:t>
            </a:r>
            <a:br>
              <a:rPr lang="en-US" sz="6000" dirty="0"/>
            </a:br>
            <a:r>
              <a:rPr lang="en-US" sz="6000" dirty="0"/>
              <a:t>Ice Preparedness Plan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D15FC-1E81-C42F-DCAD-91544F5A2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7700" y="614404"/>
            <a:ext cx="5868988" cy="693696"/>
          </a:xfrm>
        </p:spPr>
        <p:txBody>
          <a:bodyPr>
            <a:noAutofit/>
          </a:bodyPr>
          <a:lstStyle/>
          <a:p>
            <a:r>
              <a:rPr lang="en-US" sz="2800" dirty="0"/>
              <a:t>Group 6 Data Engineering Team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66AA5-DB63-FF63-485E-F9730DD47C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61399" y="3528168"/>
            <a:ext cx="2882901" cy="2731063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400" dirty="0"/>
              <a:t>Members:</a:t>
            </a:r>
          </a:p>
          <a:p>
            <a:pPr marL="0" indent="0">
              <a:buNone/>
            </a:pPr>
            <a:r>
              <a:rPr lang="en-US" sz="2400" dirty="0"/>
              <a:t>Rakshitha Gaddam</a:t>
            </a:r>
          </a:p>
          <a:p>
            <a:pPr marL="0" indent="0">
              <a:buNone/>
            </a:pPr>
            <a:r>
              <a:rPr lang="en-US" sz="2400" dirty="0"/>
              <a:t>Tharuni Rangineni</a:t>
            </a:r>
          </a:p>
          <a:p>
            <a:pPr marL="0" indent="0">
              <a:buNone/>
            </a:pPr>
            <a:r>
              <a:rPr lang="en-US" sz="2400" dirty="0"/>
              <a:t>Visalakshi Polepalli</a:t>
            </a:r>
          </a:p>
          <a:p>
            <a:pPr marL="0" indent="0">
              <a:buNone/>
            </a:pPr>
            <a:r>
              <a:rPr lang="en-US" sz="2400" dirty="0"/>
              <a:t>Vishnu Priya Palagiri</a:t>
            </a:r>
          </a:p>
        </p:txBody>
      </p:sp>
    </p:spTree>
    <p:extLst>
      <p:ext uri="{BB962C8B-B14F-4D97-AF65-F5344CB8AC3E}">
        <p14:creationId xmlns:p14="http://schemas.microsoft.com/office/powerpoint/2010/main" val="3674142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7FD10-3689-67E3-B172-2DA22332E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E14A4-9321-AAEF-44D8-5BAD783FB8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Use case: Assist city emergency teams in winter storm preparation</a:t>
            </a:r>
          </a:p>
          <a:p>
            <a:r>
              <a:rPr lang="en-US" sz="3200" dirty="0"/>
              <a:t>Integrates NOAA historical data + Open‑</a:t>
            </a:r>
            <a:r>
              <a:rPr lang="en-US" sz="3200" dirty="0" err="1"/>
              <a:t>Meteo</a:t>
            </a:r>
            <a:r>
              <a:rPr lang="en-US" sz="3200" dirty="0"/>
              <a:t> live forecast</a:t>
            </a:r>
          </a:p>
          <a:p>
            <a:r>
              <a:rPr lang="en-US" sz="3200" dirty="0"/>
              <a:t>Supports proactive decisions for road treatment and storm response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88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C972-4D9E-FFF4-AD57-13C998673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8881F-A190-17C7-1B88-6D29C5F7D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Static NOAA climatology dataset (long-term trends)</a:t>
            </a:r>
          </a:p>
          <a:p>
            <a:r>
              <a:rPr lang="en-US" sz="3600" dirty="0"/>
              <a:t>Streaming weather forecasts from Open‑</a:t>
            </a:r>
            <a:r>
              <a:rPr lang="en-US" sz="3600" dirty="0" err="1"/>
              <a:t>Meteo</a:t>
            </a:r>
            <a:r>
              <a:rPr lang="en-US" sz="3600" dirty="0"/>
              <a:t> API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97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CD2C-E446-1218-8F00-CCEECF900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Collection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E6E8D-A82D-1E23-1458-10D81273A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NOAA data pulled from Google Cloud Marketplace</a:t>
            </a:r>
          </a:p>
          <a:p>
            <a:r>
              <a:rPr lang="en-US" sz="3600" dirty="0"/>
              <a:t>Open‑</a:t>
            </a:r>
            <a:r>
              <a:rPr lang="en-US" sz="3600" dirty="0" err="1"/>
              <a:t>Meteo</a:t>
            </a:r>
            <a:r>
              <a:rPr lang="en-US" sz="3600" dirty="0"/>
              <a:t> data received through periodic API calls</a:t>
            </a:r>
          </a:p>
          <a:p>
            <a:r>
              <a:rPr lang="en-US" sz="3600" dirty="0"/>
              <a:t>Both stored initially in Cloud Storage buckets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051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DAD23-7A5A-3F11-9997-240CEC333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DF23F-F5BA-6D30-4D5F-EFD7F8E0F7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800" dirty="0" err="1"/>
              <a:t>Dataproc</a:t>
            </a:r>
            <a:r>
              <a:rPr lang="en-US" sz="2800" dirty="0"/>
              <a:t> cluster used for data loading and analysis</a:t>
            </a:r>
          </a:p>
          <a:p>
            <a:r>
              <a:rPr lang="en-US" sz="2800" dirty="0"/>
              <a:t>Cleaning data and storing in the clusters </a:t>
            </a:r>
          </a:p>
          <a:p>
            <a:r>
              <a:rPr lang="en-US" sz="2800" dirty="0"/>
              <a:t>Hive tables built for structured querying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F01AC1-176F-649A-391F-486C86AF12A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D2B54BF-5E75-72EF-C81A-6635B0E88D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8059" y="2300940"/>
            <a:ext cx="5145741" cy="306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72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3E675A0-860F-D8B8-8907-E6376016ED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4374"/>
          <a:stretch>
            <a:fillRect/>
          </a:stretch>
        </p:blipFill>
        <p:spPr bwMode="auto">
          <a:xfrm>
            <a:off x="635267" y="579474"/>
            <a:ext cx="10928581" cy="5695466"/>
          </a:xfrm>
          <a:prstGeom prst="rect">
            <a:avLst/>
          </a:prstGeom>
          <a:noFill/>
          <a:ln w="12700"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720296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3" name="Picture 2" descr="A black background with many small squares&#10;&#10;AI-generated content may be incorrect.">
            <a:extLst>
              <a:ext uri="{FF2B5EF4-FFF2-40B4-BE49-F238E27FC236}">
                <a16:creationId xmlns:a16="http://schemas.microsoft.com/office/drawing/2014/main" id="{14F2F7AE-C6EB-0A6A-9E8B-48BD94B292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19" y="1567547"/>
            <a:ext cx="10936229" cy="3404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5749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92E1-9B7E-064F-90B9-99E583E50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9E2E7-2903-0DA8-C235-44DD46C747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3200" dirty="0"/>
              <a:t>Cloud Storage buckets maintain raw, processed, and curated data zones</a:t>
            </a:r>
          </a:p>
          <a:p>
            <a:r>
              <a:rPr lang="en-US" sz="3200" dirty="0"/>
              <a:t>Static and streaming data organized for scalability</a:t>
            </a:r>
          </a:p>
          <a:p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7BDF919-CF01-0F6A-FCCA-B504E51BE8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2195847"/>
            <a:ext cx="5181600" cy="305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68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916F6374-2300-41FF-BA7E-22FADCD95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3" y="0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D522F64-6B4B-409B-B1CF-F152D3BE5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38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A62EAB3-AC9F-4EF0-B30A-075BFCA0CB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599" y="584439"/>
            <a:ext cx="4119488" cy="5685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1FC17BC-E106-40F3-9C0E-871E34C4A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425999" y="-6437"/>
            <a:ext cx="4141317" cy="6864437"/>
            <a:chOff x="7425999" y="-6437"/>
            <a:chExt cx="4141317" cy="686443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0F10A6-9982-431C-AFE2-C8B02A7820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3816" y="0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63B161F-B113-45E7-A15E-75219A9348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60990" y="-6437"/>
              <a:ext cx="5783" cy="685800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1204C2C-DB1B-4391-92E9-5F6AE97E3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581337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64D1424-7E38-4B8A-A277-F9A0DA9B97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34228" y="6276734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536F218-1C91-405B-9157-B835AA34D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425999" y="3429000"/>
              <a:ext cx="4133088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BEFB855-231E-DB74-04AC-0AFEBBE52F3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606469" y="1053317"/>
            <a:ext cx="3737806" cy="1943659"/>
          </a:xfrm>
          <a:prstGeom prst="rect">
            <a:avLst/>
          </a:prstGeom>
        </p:spPr>
      </p:pic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97857A8-8A00-A6CD-B500-AF14E8DA32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606469" y="3877818"/>
            <a:ext cx="3737806" cy="1943659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C53E65B-F377-F42C-80FE-380FBBA5B3EA}"/>
              </a:ext>
            </a:extLst>
          </p:cNvPr>
          <p:cNvSpPr txBox="1">
            <a:spLocks/>
          </p:cNvSpPr>
          <p:nvPr/>
        </p:nvSpPr>
        <p:spPr>
          <a:xfrm>
            <a:off x="490358" y="2099255"/>
            <a:ext cx="6776584" cy="418386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 err="1"/>
              <a:t>BigQuery</a:t>
            </a:r>
            <a:r>
              <a:rPr lang="en-US" sz="4000" dirty="0"/>
              <a:t> used for data quality checks and validation</a:t>
            </a:r>
          </a:p>
          <a:p>
            <a:r>
              <a:rPr lang="en-US" sz="4000" dirty="0"/>
              <a:t>Ensures accurate, analysis-ready datasets for downstream teams</a:t>
            </a:r>
          </a:p>
          <a:p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D6523CD-3189-54FC-C09F-16822D9C3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358" y="587285"/>
            <a:ext cx="6216961" cy="1325563"/>
          </a:xfrm>
        </p:spPr>
        <p:txBody>
          <a:bodyPr/>
          <a:lstStyle/>
          <a:p>
            <a:r>
              <a:rPr lang="en-US" dirty="0"/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1019866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39941-52C0-B037-538B-7DB6BA2A2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4D6B6C8-8524-E793-7783-2D30742CE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Streaming data is automatically extracted and loaded into the </a:t>
            </a:r>
            <a:r>
              <a:rPr lang="en-US" sz="3200" dirty="0" err="1"/>
              <a:t>Dataproc</a:t>
            </a:r>
            <a:r>
              <a:rPr lang="en-US" sz="3200" dirty="0"/>
              <a:t> cluster.</a:t>
            </a:r>
          </a:p>
          <a:p>
            <a:r>
              <a:rPr lang="en-US" sz="3200" dirty="0"/>
              <a:t>Spark processes the incoming API data and standardizes the schema.</a:t>
            </a:r>
          </a:p>
          <a:p>
            <a:r>
              <a:rPr lang="en-US" sz="3200" dirty="0"/>
              <a:t>Hive organizes the streamed data for easy querying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7948234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F4606D7-22E3-FC29-66C7-9BC7D1DB52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921" r="21879" b="-1"/>
          <a:stretch>
            <a:fillRect/>
          </a:stretch>
        </p:blipFill>
        <p:spPr>
          <a:xfrm>
            <a:off x="641166" y="552715"/>
            <a:ext cx="10928581" cy="5695466"/>
          </a:xfrm>
          <a:prstGeom prst="rect">
            <a:avLst/>
          </a:prstGeom>
          <a:ln w="12700">
            <a:noFill/>
          </a:ln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14442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93296F-4C3A-4530-98F5-F83646ACE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89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914D2BD-3C47-433D-81FE-DC6C39595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D3DD55E4-EA4F-4874-8B5B-6E0EAF4BBF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2950BAF-7673-4138-AEA2-DE7D368CC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BE3E2B5-EA1C-415A-941A-843C7EA1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87FA3A6-E398-4576-B6B8-3328028D84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raphic 33">
              <a:extLst>
                <a:ext uri="{FF2B5EF4-FFF2-40B4-BE49-F238E27FC236}">
                  <a16:creationId xmlns:a16="http://schemas.microsoft.com/office/drawing/2014/main" id="{EFB597D7-65E0-476A-B9EB-3AA6ED33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11AA060A-BE0E-4687-8F9E-0E2955D979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065E10C6-A187-36D7-0042-5E5DE8DF65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624" r="-2" b="22740"/>
          <a:stretch>
            <a:fillRect/>
          </a:stretch>
        </p:blipFill>
        <p:spPr>
          <a:xfrm>
            <a:off x="635267" y="579474"/>
            <a:ext cx="10928581" cy="5695466"/>
          </a:xfrm>
          <a:prstGeom prst="rect">
            <a:avLst/>
          </a:prstGeom>
          <a:ln w="12700">
            <a:noFill/>
          </a:ln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92346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04A616E-EE04-33C2-BC93-70D8A67ED7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05" r="-2" b="-2"/>
          <a:stretch>
            <a:fillRect/>
          </a:stretch>
        </p:blipFill>
        <p:spPr>
          <a:xfrm>
            <a:off x="635267" y="579474"/>
            <a:ext cx="10928581" cy="5695466"/>
          </a:xfrm>
          <a:prstGeom prst="rect">
            <a:avLst/>
          </a:prstGeom>
          <a:ln w="12700">
            <a:noFill/>
          </a:ln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7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889187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CEA7E-161B-29F3-239E-73DC55B1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66CFF-2A21-7DD9-C4D0-B49CD4731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Historical patterns and with real-time data</a:t>
            </a:r>
          </a:p>
          <a:p>
            <a:r>
              <a:rPr lang="en-US" sz="4000" dirty="0"/>
              <a:t>Risk scoring models for icing and storm severity</a:t>
            </a:r>
          </a:p>
          <a:p>
            <a:endParaRPr lang="en-US" sz="4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597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7DF9C-3BC8-94BD-CD69-7B2501184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B8348-8097-8E2B-550B-55715B229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Snowfall and snow depth</a:t>
            </a:r>
          </a:p>
          <a:p>
            <a:r>
              <a:rPr lang="en-US" sz="3600" dirty="0"/>
              <a:t>Temperature trends</a:t>
            </a:r>
          </a:p>
          <a:p>
            <a:r>
              <a:rPr lang="en-US" sz="3600" dirty="0"/>
              <a:t>Precipitation probability</a:t>
            </a:r>
          </a:p>
          <a:p>
            <a:r>
              <a:rPr lang="en-US" sz="3600" dirty="0"/>
              <a:t>Wind speed and gusts </a:t>
            </a:r>
          </a:p>
        </p:txBody>
      </p:sp>
    </p:spTree>
    <p:extLst>
      <p:ext uri="{BB962C8B-B14F-4D97-AF65-F5344CB8AC3E}">
        <p14:creationId xmlns:p14="http://schemas.microsoft.com/office/powerpoint/2010/main" val="2542052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B4ABB-85EB-F827-8B17-32D3B56B2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4C475-4431-C6D1-964B-0650EE52A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dirty="0"/>
              <a:t>Planned dashboards for storm activity, road conditions, snow accumulation</a:t>
            </a:r>
          </a:p>
          <a:p>
            <a:r>
              <a:rPr lang="en-US" sz="3600" dirty="0"/>
              <a:t>Provides fast decision support for emergency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770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51B63EEE-B5E3-42ED-90DF-2948123C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667" y="4738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0DC7BE8-B819-4865-ACAD-6EE9C9721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Generated Image">
            <a:extLst>
              <a:ext uri="{FF2B5EF4-FFF2-40B4-BE49-F238E27FC236}">
                <a16:creationId xmlns:a16="http://schemas.microsoft.com/office/drawing/2014/main" id="{1DC2B1BF-D506-AE77-65DC-A5223E6DF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8" b="-1"/>
          <a:stretch>
            <a:fillRect/>
          </a:stretch>
        </p:blipFill>
        <p:spPr bwMode="auto">
          <a:xfrm>
            <a:off x="635267" y="579474"/>
            <a:ext cx="10928581" cy="5695466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3A5523E6-6E10-4D34-BF96-88ADA228C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2" y="-1"/>
            <a:ext cx="12192000" cy="6857996"/>
            <a:chOff x="572" y="-1"/>
            <a:chExt cx="12192000" cy="6857996"/>
          </a:xfrm>
        </p:grpSpPr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76C47E6C-2429-4AF2-AC95-0FF7F0FCE4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7" y="6276706"/>
              <a:ext cx="12189811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E9008EFB-6919-4E9D-8F04-2D7A64AD4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72" y="580876"/>
              <a:ext cx="12192000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50864A9D-4C89-4FB0-AEA3-0BF81EF1D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8134324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82D5E8D5-A3BD-4F3F-BBF2-23D23033A4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0">
              <a:off x="-2794261" y="3428956"/>
              <a:ext cx="6857912" cy="0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0" name="Graphic 33">
              <a:extLst>
                <a:ext uri="{FF2B5EF4-FFF2-40B4-BE49-F238E27FC236}">
                  <a16:creationId xmlns:a16="http://schemas.microsoft.com/office/drawing/2014/main" id="{4E89C936-0082-41B0-89AC-C8E2D018A1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77016" y="-1"/>
              <a:ext cx="3637968" cy="580875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1" name="Graphic 33">
              <a:extLst>
                <a:ext uri="{FF2B5EF4-FFF2-40B4-BE49-F238E27FC236}">
                  <a16:creationId xmlns:a16="http://schemas.microsoft.com/office/drawing/2014/main" id="{E46C5BB4-19C7-4188-9A95-24E5AD0C8C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305089" y="6276705"/>
              <a:ext cx="3581824" cy="581290"/>
            </a:xfrm>
            <a:custGeom>
              <a:avLst/>
              <a:gdLst>
                <a:gd name="connsiteX0" fmla="*/ 0 w 2679858"/>
                <a:gd name="connsiteY0" fmla="*/ 4953 h 434911"/>
                <a:gd name="connsiteX1" fmla="*/ 1336548 w 2679858"/>
                <a:gd name="connsiteY1" fmla="*/ 434912 h 434911"/>
                <a:gd name="connsiteX2" fmla="*/ 2679859 w 2679858"/>
                <a:gd name="connsiteY2" fmla="*/ 0 h 434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79858" h="434911">
                  <a:moveTo>
                    <a:pt x="0" y="4953"/>
                  </a:moveTo>
                  <a:cubicBezTo>
                    <a:pt x="370427" y="274606"/>
                    <a:pt x="833723" y="434912"/>
                    <a:pt x="1336548" y="434912"/>
                  </a:cubicBezTo>
                  <a:cubicBezTo>
                    <a:pt x="1842326" y="434912"/>
                    <a:pt x="2308289" y="272701"/>
                    <a:pt x="2679859" y="0"/>
                  </a:cubicBezTo>
                </a:path>
              </a:pathLst>
            </a:custGeom>
            <a:noFill/>
            <a:ln w="12700" cap="flat">
              <a:solidFill>
                <a:schemeClr val="accent4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5807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17910-D249-1BB7-B83B-89A345F10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0F550-F2A4-D817-230B-3AD28C8D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This visualization provides a time-based view of storm progression, making it easier for emergency teams to anticipate hazardous periods and allocate resources effectively.</a:t>
            </a:r>
          </a:p>
        </p:txBody>
      </p:sp>
    </p:spTree>
    <p:extLst>
      <p:ext uri="{BB962C8B-B14F-4D97-AF65-F5344CB8AC3E}">
        <p14:creationId xmlns:p14="http://schemas.microsoft.com/office/powerpoint/2010/main" val="1117398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E273C-288E-513C-A399-F0D70202D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Interpretation &amp; Snow preparedness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5A1CB-64DF-A9E8-DDD6-E3D31BD00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Monitoring and early warning</a:t>
            </a:r>
          </a:p>
          <a:p>
            <a:r>
              <a:rPr lang="en-US" sz="3200" dirty="0"/>
              <a:t>Road treatment and plowing</a:t>
            </a:r>
          </a:p>
          <a:p>
            <a:r>
              <a:rPr lang="en-US" sz="3200" dirty="0"/>
              <a:t>Resource staging</a:t>
            </a:r>
          </a:p>
          <a:p>
            <a:r>
              <a:rPr lang="en-US" sz="3200" dirty="0"/>
              <a:t>Community safety </a:t>
            </a:r>
          </a:p>
          <a:p>
            <a:r>
              <a:rPr lang="en-US" sz="3200" dirty="0"/>
              <a:t>Post-storm Recovery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728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662B-E992-9674-1227-281E841A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BF35B-76AE-1932-2B0E-4D4D2CF03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NOAA National Centers for Environmental Information. (2024). Climate data records. U.S. Department of Commerce.</a:t>
            </a:r>
            <a:br>
              <a:rPr lang="en-US" dirty="0"/>
            </a:br>
            <a:r>
              <a:rPr lang="en-US" dirty="0">
                <a:hlinkClick r:id="rId2"/>
              </a:rPr>
              <a:t>https://www.ncei.noaa.gov/</a:t>
            </a:r>
            <a:endParaRPr lang="en-US" dirty="0"/>
          </a:p>
          <a:p>
            <a:r>
              <a:rPr lang="en-US" dirty="0"/>
              <a:t>Open-</a:t>
            </a:r>
            <a:r>
              <a:rPr lang="en-US" dirty="0" err="1"/>
              <a:t>Meteo</a:t>
            </a:r>
            <a:r>
              <a:rPr lang="en-US" dirty="0"/>
              <a:t>. (2024). Weather forecast API documentation.</a:t>
            </a:r>
            <a:br>
              <a:rPr lang="en-US" dirty="0"/>
            </a:br>
            <a:r>
              <a:rPr lang="en-US" dirty="0">
                <a:hlinkClick r:id="rId3"/>
              </a:rPr>
              <a:t>https://open-meteo.com/en/docs</a:t>
            </a:r>
            <a:endParaRPr lang="en-US" dirty="0"/>
          </a:p>
          <a:p>
            <a:r>
              <a:rPr lang="en-US" dirty="0"/>
              <a:t>Google Cloud. (2024). </a:t>
            </a:r>
            <a:r>
              <a:rPr lang="en-US" dirty="0" err="1"/>
              <a:t>Dataproc</a:t>
            </a:r>
            <a:r>
              <a:rPr lang="en-US" dirty="0"/>
              <a:t> documentation.</a:t>
            </a:r>
            <a:br>
              <a:rPr lang="en-US" dirty="0"/>
            </a:br>
            <a:r>
              <a:rPr lang="en-US" dirty="0">
                <a:hlinkClick r:id="rId4"/>
              </a:rPr>
              <a:t>https://cloud.google.com/dataproc/docs</a:t>
            </a:r>
            <a:endParaRPr lang="en-US" dirty="0"/>
          </a:p>
          <a:p>
            <a:r>
              <a:rPr lang="en-US" dirty="0"/>
              <a:t>Google Cloud. (2024). </a:t>
            </a:r>
            <a:r>
              <a:rPr lang="en-US" dirty="0" err="1"/>
              <a:t>BigQuery</a:t>
            </a:r>
            <a:r>
              <a:rPr lang="en-US" dirty="0"/>
              <a:t> documentation.</a:t>
            </a:r>
            <a:br>
              <a:rPr lang="en-US" dirty="0"/>
            </a:br>
            <a:r>
              <a:rPr lang="en-US" dirty="0">
                <a:hlinkClick r:id="rId5"/>
              </a:rPr>
              <a:t>https://cloud.google.com/bigquery/docs</a:t>
            </a:r>
            <a:endParaRPr lang="en-US" dirty="0"/>
          </a:p>
          <a:p>
            <a:r>
              <a:rPr lang="en-US" dirty="0"/>
              <a:t>Google Cloud. (2024). Cloud Storage documentation.</a:t>
            </a:r>
            <a:br>
              <a:rPr lang="en-US" dirty="0"/>
            </a:br>
            <a:r>
              <a:rPr lang="en-US" dirty="0">
                <a:hlinkClick r:id="rId6"/>
              </a:rPr>
              <a:t>https://cloud.google.com/storage/docs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32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0CD1-8514-9454-D44E-F95C92453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291482065"/>
      </p:ext>
    </p:extLst>
  </p:cSld>
  <p:clrMapOvr>
    <a:masterClrMapping/>
  </p:clrMapOvr>
</p:sld>
</file>

<file path=ppt/theme/theme1.xml><?xml version="1.0" encoding="utf-8"?>
<a:theme xmlns:a="http://schemas.openxmlformats.org/drawingml/2006/main" name="ArchVTI">
  <a:themeElements>
    <a:clrScheme name="Custom 42">
      <a:dk1>
        <a:sysClr val="windowText" lastClr="000000"/>
      </a:dk1>
      <a:lt1>
        <a:sysClr val="window" lastClr="FFFFFF"/>
      </a:lt1>
      <a:dk2>
        <a:srgbClr val="642626"/>
      </a:dk2>
      <a:lt2>
        <a:srgbClr val="F3F0E9"/>
      </a:lt2>
      <a:accent1>
        <a:srgbClr val="556D6F"/>
      </a:accent1>
      <a:accent2>
        <a:srgbClr val="C05050"/>
      </a:accent2>
      <a:accent3>
        <a:srgbClr val="BF873A"/>
      </a:accent3>
      <a:accent4>
        <a:srgbClr val="D8897E"/>
      </a:accent4>
      <a:accent5>
        <a:srgbClr val="A4976B"/>
      </a:accent5>
      <a:accent6>
        <a:srgbClr val="D49D8C"/>
      </a:accent6>
      <a:hlink>
        <a:srgbClr val="D13D6E"/>
      </a:hlink>
      <a:folHlink>
        <a:srgbClr val="6C9D92"/>
      </a:folHlink>
    </a:clrScheme>
    <a:fontScheme name="Custom 16">
      <a:majorFont>
        <a:latin typeface="Footlight MT Ligh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VTI" id="{23FE938F-4DF0-4C94-8546-C2AC6D26660D}" vid="{62E62DA1-385F-4EE3-8841-58A87FAE206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399</Words>
  <Application>Microsoft Office PowerPoint</Application>
  <PresentationFormat>Widescreen</PresentationFormat>
  <Paragraphs>58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Avenir Next LT Pro</vt:lpstr>
      <vt:lpstr>Footlight MT Light</vt:lpstr>
      <vt:lpstr>ArchVTI</vt:lpstr>
      <vt:lpstr>Snow &amp;  Ice Preparedness Plan</vt:lpstr>
      <vt:lpstr>Overview</vt:lpstr>
      <vt:lpstr>Generation</vt:lpstr>
      <vt:lpstr>Collection</vt:lpstr>
      <vt:lpstr>Processing</vt:lpstr>
      <vt:lpstr>PowerPoint Presentation</vt:lpstr>
      <vt:lpstr>PowerPoint Presentation</vt:lpstr>
      <vt:lpstr>Storage</vt:lpstr>
      <vt:lpstr>Management</vt:lpstr>
      <vt:lpstr>Management</vt:lpstr>
      <vt:lpstr>PowerPoint Presentation</vt:lpstr>
      <vt:lpstr>PowerPoint Presentation</vt:lpstr>
      <vt:lpstr>PowerPoint Presentation</vt:lpstr>
      <vt:lpstr>Analysis</vt:lpstr>
      <vt:lpstr>Analysis</vt:lpstr>
      <vt:lpstr>Visualization</vt:lpstr>
      <vt:lpstr>PowerPoint Presentation</vt:lpstr>
      <vt:lpstr>Visualization</vt:lpstr>
      <vt:lpstr>Interpretation &amp; Snow preparedness plan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visalakshi polepalli</dc:creator>
  <cp:lastModifiedBy>visalakshi polepalli</cp:lastModifiedBy>
  <cp:revision>1</cp:revision>
  <dcterms:created xsi:type="dcterms:W3CDTF">2025-12-01T17:03:01Z</dcterms:created>
  <dcterms:modified xsi:type="dcterms:W3CDTF">2025-12-04T21:04:10Z</dcterms:modified>
</cp:coreProperties>
</file>